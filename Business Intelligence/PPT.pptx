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3/31/2023</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3/31/2023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3/31/2023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3/31/2023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3/31/2023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3/31/2023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3/31/2023</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3/31/2023</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techtarget.com/searchcio/definition/business-proces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Task 1</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16072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process for marketing:</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Business </a:t>
            </a:r>
            <a:r>
              <a:rPr lang="en-US" dirty="0"/>
              <a:t>process for marketing refers to the set of activities and tasks that an organization performs to promote, sell, and distribute its products or services to customers. It involves identifying customer needs and wants, developing marketing strategies, creating marketing content, </a:t>
            </a:r>
            <a:r>
              <a:rPr lang="en-US" dirty="0" smtClean="0"/>
              <a:t>executing marketing campaigns</a:t>
            </a:r>
            <a:r>
              <a:rPr lang="en-US" dirty="0"/>
              <a:t>, and measuring their effectiveness</a:t>
            </a:r>
            <a:r>
              <a:rPr lang="en-US" dirty="0" smtClean="0"/>
              <a:t>.</a:t>
            </a:r>
          </a:p>
          <a:p>
            <a:r>
              <a:rPr lang="en-US" dirty="0"/>
              <a:t>For the following reasons, having clearly defined business processes within the organization is essential to the success of the business</a:t>
            </a:r>
            <a:r>
              <a:rPr lang="en-US" dirty="0" smtClean="0"/>
              <a:t>:</a:t>
            </a:r>
          </a:p>
          <a:p>
            <a:r>
              <a:rPr lang="en-US" dirty="0"/>
              <a:t>They aid companies in recognizing and comprehending the actual work necessary to maintain operations and meet set </a:t>
            </a:r>
            <a:r>
              <a:rPr lang="en-US" dirty="0" err="1"/>
              <a:t>goals.They</a:t>
            </a:r>
            <a:r>
              <a:rPr lang="en-US" dirty="0"/>
              <a:t> divide that task into systematic, repeatable processes that staff members may adhere to for dependable results</a:t>
            </a:r>
            <a:r>
              <a:rPr lang="en-US" dirty="0" smtClean="0"/>
              <a:t>.</a:t>
            </a:r>
          </a:p>
          <a:p>
            <a:r>
              <a:rPr lang="en-US" dirty="0"/>
              <a:t>Organizations can more correctly forecast the resources they need by using repeatable processes that result in predictable results. This reduces the risk of providing important resources in excess or inadequately.</a:t>
            </a:r>
          </a:p>
        </p:txBody>
      </p:sp>
    </p:spTree>
    <p:extLst>
      <p:ext uri="{BB962C8B-B14F-4D97-AF65-F5344CB8AC3E}">
        <p14:creationId xmlns:p14="http://schemas.microsoft.com/office/powerpoint/2010/main" val="16162265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consistency and repeatability of well specified business results reduces the possibility that employees would adopt workarounds or ad hoc procedures that may slow down work flow and raise error rates</a:t>
            </a:r>
            <a:r>
              <a:rPr lang="en-US" dirty="0" smtClean="0"/>
              <a:t>.</a:t>
            </a:r>
          </a:p>
          <a:p>
            <a:r>
              <a:rPr lang="en-US" dirty="0"/>
              <a:t>Teams can discover and eliminate inefficiencies and performance bottlenecks to enhance performance by better measuring the efficacy and efficiency of the different phases within the process; this is the cornerstone of continuous improvement</a:t>
            </a:r>
            <a:r>
              <a:rPr lang="en-US" dirty="0" smtClean="0"/>
              <a:t>.</a:t>
            </a:r>
          </a:p>
          <a:p>
            <a:r>
              <a:rPr lang="en-US" dirty="0"/>
              <a:t>Teams are more able to spot opportunities for the application of technologies, including robotic process automation (RPA), to increase effectiveness or efficiency.</a:t>
            </a:r>
          </a:p>
        </p:txBody>
      </p:sp>
    </p:spTree>
    <p:extLst>
      <p:ext uri="{BB962C8B-B14F-4D97-AF65-F5344CB8AC3E}">
        <p14:creationId xmlns:p14="http://schemas.microsoft.com/office/powerpoint/2010/main" val="745536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a:t>example for a common business using social media for marketing, and investigate how social media support business process.</a:t>
            </a:r>
          </a:p>
        </p:txBody>
      </p:sp>
      <p:sp>
        <p:nvSpPr>
          <p:cNvPr id="3" name="Content Placeholder 2"/>
          <p:cNvSpPr>
            <a:spLocks noGrp="1"/>
          </p:cNvSpPr>
          <p:nvPr>
            <p:ph idx="1"/>
          </p:nvPr>
        </p:nvSpPr>
        <p:spPr/>
        <p:txBody>
          <a:bodyPr>
            <a:normAutofit fontScale="77500" lnSpcReduction="20000"/>
          </a:bodyPr>
          <a:lstStyle/>
          <a:p>
            <a:r>
              <a:rPr lang="en-US" dirty="0"/>
              <a:t>a common business that uses social media for marketing is a fashion brand. The fashion brand might use social media platforms like Instagram, Facebook, and Twitter to showcase their latest collections, run social media contests, and provide exclusive discounts and promotions to their followers. By engaging with their customers on social media, the fashion brand can build brand awareness, increase customer loyalty, and drive sales.</a:t>
            </a:r>
          </a:p>
          <a:p>
            <a:endParaRPr lang="en-US" dirty="0"/>
          </a:p>
          <a:p>
            <a:r>
              <a:rPr lang="en-US" dirty="0"/>
              <a:t>Social media supports the fashion brand's business process in several ways. Firstly, social media platforms provide the fashion brand with a cost-effective way to reach a wider audience and target potential customers who are interested in fashion. Secondly, social media enables the fashion brand to create and distribute marketing content that is personalized and tailored to the interests and preferences of their target audience. Thirdly, social media allows the fashion brand to interact with their customers in real-time, respond to their queries and feedback, and build a community around their brand. Lastly, social media provides the fashion brand with valuable customer data that can be used to improve their marketing strategies and decision-making, such as customer demographics, preferences, and behaviors.</a:t>
            </a:r>
          </a:p>
        </p:txBody>
      </p:sp>
    </p:spTree>
    <p:extLst>
      <p:ext uri="{BB962C8B-B14F-4D97-AF65-F5344CB8AC3E}">
        <p14:creationId xmlns:p14="http://schemas.microsoft.com/office/powerpoint/2010/main" val="3861233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a:t>In a fashion brand's website, both structured and unstructured/semi-structured data can be found.</a:t>
            </a:r>
            <a:br>
              <a:rPr lang="en-US" sz="1600" dirty="0"/>
            </a:br>
            <a:endParaRPr lang="en-US" sz="1600" dirty="0"/>
          </a:p>
        </p:txBody>
      </p:sp>
      <p:sp>
        <p:nvSpPr>
          <p:cNvPr id="3" name="Content Placeholder 2"/>
          <p:cNvSpPr>
            <a:spLocks noGrp="1"/>
          </p:cNvSpPr>
          <p:nvPr>
            <p:ph idx="1"/>
          </p:nvPr>
        </p:nvSpPr>
        <p:spPr/>
        <p:txBody>
          <a:bodyPr>
            <a:normAutofit fontScale="85000" lnSpcReduction="20000"/>
          </a:bodyPr>
          <a:lstStyle/>
          <a:p>
            <a:endParaRPr lang="en-US" dirty="0"/>
          </a:p>
          <a:p>
            <a:r>
              <a:rPr lang="en-US" dirty="0"/>
              <a:t>Structured data refers to data that is organized and easily searchable. Examples of structured data on a fashion brand's website could include:</a:t>
            </a:r>
          </a:p>
          <a:p>
            <a:endParaRPr lang="en-US" dirty="0"/>
          </a:p>
          <a:p>
            <a:r>
              <a:rPr lang="en-US" dirty="0"/>
              <a:t>Product listings with information such as price, color, size, and availability.</a:t>
            </a:r>
          </a:p>
          <a:p>
            <a:endParaRPr lang="en-US" dirty="0"/>
          </a:p>
          <a:p>
            <a:r>
              <a:rPr lang="en-US" dirty="0"/>
              <a:t>Customer account information, such as name, address, and order history.</a:t>
            </a:r>
          </a:p>
          <a:p>
            <a:endParaRPr lang="en-US" dirty="0"/>
          </a:p>
          <a:p>
            <a:r>
              <a:rPr lang="en-US" dirty="0"/>
              <a:t>Website analytics data, such as </a:t>
            </a:r>
            <a:r>
              <a:rPr lang="en-US" dirty="0" err="1"/>
              <a:t>pageviews</a:t>
            </a:r>
            <a:r>
              <a:rPr lang="en-US" dirty="0"/>
              <a:t>, bounce rates, and conversion rates.</a:t>
            </a:r>
          </a:p>
          <a:p>
            <a:endParaRPr lang="en-US" dirty="0"/>
          </a:p>
          <a:p>
            <a:r>
              <a:rPr lang="en-US" dirty="0"/>
              <a:t>User-generated content, such as reviews and ratings.</a:t>
            </a:r>
          </a:p>
        </p:txBody>
      </p:sp>
    </p:spTree>
    <p:extLst>
      <p:ext uri="{BB962C8B-B14F-4D97-AF65-F5344CB8AC3E}">
        <p14:creationId xmlns:p14="http://schemas.microsoft.com/office/powerpoint/2010/main" val="985134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On the other hand, unstructured/semi-structured data refers to data that is not organized or easily searchable. Examples of unstructured/semi-structured data on a fashion brand's website could include:</a:t>
            </a:r>
          </a:p>
          <a:p>
            <a:endParaRPr lang="en-US" dirty="0"/>
          </a:p>
          <a:p>
            <a:r>
              <a:rPr lang="en-US" dirty="0"/>
              <a:t>Product images and videos, which may not be easily classified or searchable.</a:t>
            </a:r>
          </a:p>
          <a:p>
            <a:endParaRPr lang="en-US" dirty="0"/>
          </a:p>
          <a:p>
            <a:r>
              <a:rPr lang="en-US" dirty="0"/>
              <a:t>Social media feeds and comments, which may contain unstructured user-generated content.</a:t>
            </a:r>
          </a:p>
          <a:p>
            <a:endParaRPr lang="en-US" dirty="0"/>
          </a:p>
          <a:p>
            <a:r>
              <a:rPr lang="en-US" dirty="0"/>
              <a:t>Blog posts and articles, which may contain semi-structured information.</a:t>
            </a:r>
          </a:p>
          <a:p>
            <a:endParaRPr lang="en-US" dirty="0"/>
          </a:p>
          <a:p>
            <a:r>
              <a:rPr lang="en-US" dirty="0"/>
              <a:t>Customer feedback and support requests, which may contain unstructured information.</a:t>
            </a:r>
          </a:p>
          <a:p>
            <a:endParaRPr lang="en-US" dirty="0"/>
          </a:p>
        </p:txBody>
      </p:sp>
    </p:spTree>
    <p:extLst>
      <p:ext uri="{BB962C8B-B14F-4D97-AF65-F5344CB8AC3E}">
        <p14:creationId xmlns:p14="http://schemas.microsoft.com/office/powerpoint/2010/main" val="2137400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To effectively analyze and utilize both structured and unstructured/semi-structured data, a fashion brand may use data mining techniques and machine learning algorithms to extract valuable insights from the data. This could involve categorizing unstructured data, such as social media comments, into specific topics or sentiment categories, or using natural language processing to analyze customer feedback and support requests.</a:t>
            </a:r>
          </a:p>
          <a:p>
            <a:endParaRPr lang="en-US" dirty="0"/>
          </a:p>
          <a:p>
            <a:r>
              <a:rPr lang="en-US" dirty="0"/>
              <a:t>By effectively analyzing both structured and unstructured/semi-structured data on their website, a fashion brand can gain valuable insights into customer preferences, behavior, and engagement, which can inform their marketing strategies and product development efforts.</a:t>
            </a:r>
          </a:p>
          <a:p>
            <a:endParaRPr lang="en-US" dirty="0"/>
          </a:p>
        </p:txBody>
      </p:sp>
    </p:spTree>
    <p:extLst>
      <p:ext uri="{BB962C8B-B14F-4D97-AF65-F5344CB8AC3E}">
        <p14:creationId xmlns:p14="http://schemas.microsoft.com/office/powerpoint/2010/main" val="3434594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To improve decision making in marketing, IEC needs to collect and analyze various types of data. Some of the important data types that can be helpful are:</a:t>
            </a:r>
          </a:p>
          <a:p>
            <a:endParaRPr lang="en-US" dirty="0"/>
          </a:p>
          <a:p>
            <a:r>
              <a:rPr lang="en-US" dirty="0"/>
              <a:t>Customer Data: IEC needs to collect customer data such as demographics, behavior patterns, purchase history, and preferences to better understand their customers and create targeted marketing campaigns that resonate with them.</a:t>
            </a:r>
          </a:p>
          <a:p>
            <a:endParaRPr lang="en-US" dirty="0"/>
          </a:p>
          <a:p>
            <a:r>
              <a:rPr lang="en-US" dirty="0"/>
              <a:t>Social Media Data: IEC needs to monitor and analyze social media platforms to understand customer sentiment, brand reputation, and engagement levels. This data can help the company to identify opportunities for improving their social media marketing campaigns and customer interactions.</a:t>
            </a:r>
          </a:p>
          <a:p>
            <a:endParaRPr lang="en-US" dirty="0"/>
          </a:p>
        </p:txBody>
      </p:sp>
    </p:spTree>
    <p:extLst>
      <p:ext uri="{BB962C8B-B14F-4D97-AF65-F5344CB8AC3E}">
        <p14:creationId xmlns:p14="http://schemas.microsoft.com/office/powerpoint/2010/main" val="1366056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Sales Data: IEC needs to track their sales data to understand which products are selling well and which ones need improvement. This data can help the company to make data-driven decisions about their product mix and pricing strategies.</a:t>
            </a:r>
          </a:p>
          <a:p>
            <a:endParaRPr lang="en-US" dirty="0"/>
          </a:p>
          <a:p>
            <a:r>
              <a:rPr lang="en-US" dirty="0"/>
              <a:t>Website Data: IEC needs to track website traffic, user behavior, and conversion rates to optimize their website for better customer engagement and sales. This data can help the company to identify website design or functionality issues and make improvements to enhance the user experience.</a:t>
            </a:r>
          </a:p>
          <a:p>
            <a:endParaRPr lang="en-US" dirty="0"/>
          </a:p>
        </p:txBody>
      </p:sp>
    </p:spTree>
    <p:extLst>
      <p:ext uri="{BB962C8B-B14F-4D97-AF65-F5344CB8AC3E}">
        <p14:creationId xmlns:p14="http://schemas.microsoft.com/office/powerpoint/2010/main" val="845702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a:t>Advantages of Information Systems and Social Media in Business Processes:</a:t>
            </a:r>
            <a:br>
              <a:rPr lang="en-US" sz="1800" dirty="0"/>
            </a:br>
            <a:r>
              <a:rPr lang="en-US" sz="1800" dirty="0"/>
              <a:t/>
            </a:r>
            <a:br>
              <a:rPr lang="en-US" sz="1800" dirty="0"/>
            </a:br>
            <a:endParaRPr lang="en-US" sz="1800" dirty="0"/>
          </a:p>
        </p:txBody>
      </p:sp>
      <p:sp>
        <p:nvSpPr>
          <p:cNvPr id="3" name="Content Placeholder 2"/>
          <p:cNvSpPr>
            <a:spLocks noGrp="1"/>
          </p:cNvSpPr>
          <p:nvPr>
            <p:ph idx="1"/>
          </p:nvPr>
        </p:nvSpPr>
        <p:spPr/>
        <p:txBody>
          <a:bodyPr>
            <a:normAutofit fontScale="77500" lnSpcReduction="20000"/>
          </a:bodyPr>
          <a:lstStyle/>
          <a:p>
            <a:r>
              <a:rPr lang="en-US" dirty="0"/>
              <a:t>Improved Communication: Information systems and social media enable businesses to communicate and collaborate more efficiently and effectively, leading to improved communication among employees and with customers.</a:t>
            </a:r>
          </a:p>
          <a:p>
            <a:endParaRPr lang="en-US" dirty="0"/>
          </a:p>
          <a:p>
            <a:r>
              <a:rPr lang="en-US" dirty="0"/>
              <a:t>Increased Efficiency: With the use of information systems, businesses can automate many routine tasks, which can improve efficiency, productivity, and reduce errors. Social media can also help businesses reach a broader audience with minimal effort and cost.</a:t>
            </a:r>
          </a:p>
          <a:p>
            <a:endParaRPr lang="en-US" dirty="0"/>
          </a:p>
          <a:p>
            <a:r>
              <a:rPr lang="en-US" dirty="0"/>
              <a:t>Data Analytics: Information systems can help businesses collect, analyze and interpret data to gain insights and make informed decisions. Social media data analytics can help businesses track customer sentiment, measure engagement, and gain insights into consumer behavior.</a:t>
            </a:r>
          </a:p>
          <a:p>
            <a:endParaRPr lang="en-US" dirty="0"/>
          </a:p>
          <a:p>
            <a:r>
              <a:rPr lang="en-US" dirty="0"/>
              <a:t>Cost Savings: Information systems and social media can reduce costs associated with traditional marketing and advertising methods. For example, social media can help businesses reach a broader audience with minimal advertising costs.</a:t>
            </a:r>
          </a:p>
        </p:txBody>
      </p:sp>
    </p:spTree>
    <p:extLst>
      <p:ext uri="{BB962C8B-B14F-4D97-AF65-F5344CB8AC3E}">
        <p14:creationId xmlns:p14="http://schemas.microsoft.com/office/powerpoint/2010/main" val="715117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a:t>Disadvantages of Information Systems and Social Media in Business Processes:</a:t>
            </a:r>
            <a:br>
              <a:rPr lang="en-US" sz="1600" dirty="0"/>
            </a:br>
            <a:r>
              <a:rPr lang="en-US" sz="1600" dirty="0"/>
              <a:t/>
            </a:r>
            <a:br>
              <a:rPr lang="en-US" sz="1600" dirty="0"/>
            </a:br>
            <a:endParaRPr lang="en-US" sz="1600" dirty="0"/>
          </a:p>
        </p:txBody>
      </p:sp>
      <p:sp>
        <p:nvSpPr>
          <p:cNvPr id="3" name="Content Placeholder 2"/>
          <p:cNvSpPr>
            <a:spLocks noGrp="1"/>
          </p:cNvSpPr>
          <p:nvPr>
            <p:ph idx="1"/>
          </p:nvPr>
        </p:nvSpPr>
        <p:spPr/>
        <p:txBody>
          <a:bodyPr>
            <a:normAutofit fontScale="77500" lnSpcReduction="20000"/>
          </a:bodyPr>
          <a:lstStyle/>
          <a:p>
            <a:r>
              <a:rPr lang="en-US" dirty="0"/>
              <a:t>Security Risks: Information systems and social media can create security risks such as data breaches, cyber attacks, and theft of sensitive information. It is essential to have appropriate security measures in place to prevent such risks.</a:t>
            </a:r>
          </a:p>
          <a:p>
            <a:endParaRPr lang="en-US" dirty="0"/>
          </a:p>
          <a:p>
            <a:r>
              <a:rPr lang="en-US" dirty="0"/>
              <a:t>Dependency on Technology: Businesses may become too reliant on technology, leading to reduced human interaction and potential risks associated with system failures and technical glitches.</a:t>
            </a:r>
          </a:p>
          <a:p>
            <a:endParaRPr lang="en-US" dirty="0"/>
          </a:p>
          <a:p>
            <a:r>
              <a:rPr lang="en-US" dirty="0"/>
              <a:t>Misuse of Data: With the increased use of information systems and social media, businesses may collect and store vast amounts of data, which can be misused if not appropriately managed.</a:t>
            </a:r>
          </a:p>
          <a:p>
            <a:endParaRPr lang="en-US" dirty="0"/>
          </a:p>
          <a:p>
            <a:r>
              <a:rPr lang="en-US" dirty="0"/>
              <a:t>Negative Feedback: Social media can be a double-edged sword for businesses, as negative feedback can be easily shared and spread across the internet, damaging brand reputation.</a:t>
            </a:r>
          </a:p>
        </p:txBody>
      </p:sp>
    </p:spTree>
    <p:extLst>
      <p:ext uri="{BB962C8B-B14F-4D97-AF65-F5344CB8AC3E}">
        <p14:creationId xmlns:p14="http://schemas.microsoft.com/office/powerpoint/2010/main" val="1458616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www.techtarget.com/searchcio/definition/business-process</a:t>
            </a:r>
            <a:endParaRPr lang="en-US" dirty="0" smtClean="0"/>
          </a:p>
          <a:p>
            <a:r>
              <a:rPr lang="en-US" dirty="0"/>
              <a:t>https://thesocialshepherd.com/blog/social-media-strategy-fashion-brands</a:t>
            </a:r>
            <a:endParaRPr lang="en-US" dirty="0" smtClean="0"/>
          </a:p>
          <a:p>
            <a:endParaRPr lang="en-US" dirty="0"/>
          </a:p>
        </p:txBody>
      </p:sp>
    </p:spTree>
    <p:extLst>
      <p:ext uri="{BB962C8B-B14F-4D97-AF65-F5344CB8AC3E}">
        <p14:creationId xmlns:p14="http://schemas.microsoft.com/office/powerpoint/2010/main" val="38538600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117</TotalTime>
  <Words>1269</Words>
  <Application>Microsoft Office PowerPoint</Application>
  <PresentationFormat>Widescreen</PresentationFormat>
  <Paragraphs>62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Ion Boardroom</vt:lpstr>
      <vt:lpstr>Task 1</vt:lpstr>
      <vt:lpstr>Business process for marketing: </vt:lpstr>
      <vt:lpstr>PowerPoint Presentation</vt:lpstr>
      <vt:lpstr>example for a common business using social media for marketing, and investigate how social media support business process.</vt:lpstr>
      <vt:lpstr>In a fashion brand's website, both structured and unstructured/semi-structured data can be found. </vt:lpstr>
      <vt:lpstr>PowerPoint Presentation</vt:lpstr>
      <vt:lpstr>PowerPoint Presentation</vt:lpstr>
      <vt:lpstr>PowerPoint Presentation</vt:lpstr>
      <vt:lpstr>PowerPoint Presentation</vt:lpstr>
      <vt:lpstr>Advantages of Information Systems and Social Media in Business Processes:  </vt:lpstr>
      <vt:lpstr>Disadvantages of Information Systems and Social Media in Business Processes: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Adel</dc:creator>
  <cp:lastModifiedBy>Adel</cp:lastModifiedBy>
  <cp:revision>6</cp:revision>
  <dcterms:created xsi:type="dcterms:W3CDTF">2023-03-31T13:03:50Z</dcterms:created>
  <dcterms:modified xsi:type="dcterms:W3CDTF">2023-03-31T15:01:37Z</dcterms:modified>
</cp:coreProperties>
</file>